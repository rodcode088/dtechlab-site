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836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980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980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980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980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12480" y="914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12480" y="91440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2480" y="173736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12480" y="256032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12480" y="338328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12480" y="4206240"/>
            <a:ext cx="27432" cy="27432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0" y="457200"/>
            <a:ext cx="4572000" cy="3657600"/>
          </a:xfrm>
          <a:prstGeom prst="ellipse">
            <a:avLst/>
          </a:prstGeom>
          <a:solidFill>
            <a:srgbClr val="5B6AFF">
              <a:alpha val="6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" y="411480"/>
            <a:ext cx="146304" cy="146304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4944" y="411480"/>
            <a:ext cx="146304" cy="146304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2920" y="603504"/>
            <a:ext cx="146304" cy="146304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4944" y="603504"/>
            <a:ext cx="146304" cy="146304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" y="347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02920" y="10058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-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operating system</a:t>
            </a:r>
            <a:endParaRPr lang="en-US" sz="5200" dirty="0"/>
          </a:p>
          <a:p>
            <a:pPr indent="0" marL="0">
              <a:buNone/>
            </a:pPr>
            <a:r>
              <a:rPr lang="en-US" sz="5200" spc="-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modern</a:t>
            </a:r>
            <a:endParaRPr lang="en-US" sz="5200" dirty="0"/>
          </a:p>
          <a:p>
            <a:pPr indent="0" marL="0">
              <a:buNone/>
            </a:pPr>
            <a:r>
              <a:rPr lang="en-US" sz="5200" spc="-200" kern="0" dirty="0">
                <a:solidFill>
                  <a:srgbClr val="A8B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business.</a:t>
            </a:r>
            <a:endParaRPr lang="en-US" sz="5200" dirty="0"/>
          </a:p>
        </p:txBody>
      </p:sp>
      <p:sp>
        <p:nvSpPr>
          <p:cNvPr id="69" name="Text 67"/>
          <p:cNvSpPr/>
          <p:nvPr/>
        </p:nvSpPr>
        <p:spPr>
          <a:xfrm>
            <a:off x="502920" y="41605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Systems Company  ·  AI · Automation · Infrastructure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2920" y="470916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" y="4773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 ·  2026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85800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techlab.io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/ 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 businesses are still</a:t>
            </a:r>
            <a:endParaRPr lang="en-US" sz="3800" dirty="0"/>
          </a:p>
          <a:p>
            <a:pPr indent="0" marL="0">
              <a:buNone/>
            </a:pPr>
            <a:r>
              <a:rPr lang="en-US" sz="3800" spc="-100" kern="0" dirty="0">
                <a:solidFill>
                  <a:srgbClr val="5B6A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operating manually.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331720"/>
            <a:ext cx="2377440" cy="27432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infrastructure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business software was built for how companies operated in the 1990s — spreadsheets, email threads, manual handoffs, reactive decisions.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377440" cy="27432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capability, zero adoption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3246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changed what's possible. But most companies don't have the infrastructure to capture that potential. They're still operating in the dark.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331720"/>
            <a:ext cx="2377440" cy="27432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operational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companies that win in the next decade aren't the ones with the best AI. They're the ones whose operations are built to run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  WHAT IS TECHLAB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engineer the</a:t>
            </a:r>
            <a:endParaRPr lang="en-US" sz="3200" dirty="0"/>
          </a:p>
          <a:p>
            <a:pPr indent="0" marL="0">
              <a:buNone/>
            </a:pPr>
            <a:r>
              <a:rPr lang="en-US" sz="32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layer.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is a digital systems company — we build AI systems, automation infrastructure, and digital platforms for companies that operate at a different standard.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685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37760" y="105156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84064" y="1051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&amp; intelligent workflows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4064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infrastructure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05740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4064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platforms &amp; dashboards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56032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4064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business intelligence systems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063240"/>
            <a:ext cx="36576" cy="201168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tools &amp; operational software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THIS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web design agency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206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chatbot company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480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marketing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640080"/>
            <a:ext cx="0" cy="420624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  THE ECOSYSTEM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company. Four divisions.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1965960" cy="283464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1965960" cy="36576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SERVICES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Studio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client work — AI systems, automation, digital platforms, dashboards, and business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600200"/>
            <a:ext cx="1965960" cy="283464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600200"/>
            <a:ext cx="196596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EXPERIMENTAL R&amp;D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16352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Lab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16352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Futuristic UI concepts, AI experiments, visual explorations, and next-generation interface systems.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600200"/>
            <a:ext cx="1965960" cy="283464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600200"/>
            <a:ext cx="196596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MARKETPLACE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65192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Store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digital assets — website systems, dashboard kits, automation packs, Notion systems, and AI tools.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600200"/>
            <a:ext cx="1965960" cy="283464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600200"/>
            <a:ext cx="1965960" cy="36576"/>
          </a:xfrm>
          <a:prstGeom prst="rect">
            <a:avLst/>
          </a:prstGeom>
          <a:solidFill>
            <a:srgbClr val="FBB324"/>
          </a:solidFill>
          <a:ln w="12700">
            <a:solidFill>
              <a:srgbClr val="FBB32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1783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BB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SAAS ECOSYSTEM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14032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TechLab Products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14032" y="265176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software products — Orbit CRM, Nexus OS, Atlas Flow, Pulse, and Meridian. Built for modern businesses.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  STUDIO — SERVICES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build for clients.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36576" cy="1371600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09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1929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workflows, AI-native business logic, and machine learning integrations built into your operational infrastructure.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002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00200"/>
            <a:ext cx="36576" cy="1371600"/>
          </a:xfrm>
          <a:prstGeom prst="rect">
            <a:avLst/>
          </a:prstGeom>
          <a:solidFill>
            <a:srgbClr val="5B6AFF">
              <a:alpha val="6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709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02152" y="1929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 platforms, client portals, operational dashboards, and business-critical applications engineered for scale.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600200"/>
            <a:ext cx="36576" cy="1371600"/>
          </a:xfrm>
          <a:prstGeom prst="rect">
            <a:avLst/>
          </a:prstGeom>
          <a:solidFill>
            <a:srgbClr val="5B6AFF">
              <a:alpha val="6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709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36792" y="19293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automation — from intake to fulfillment. Zero manual steps where it matters most.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00400"/>
            <a:ext cx="36576" cy="1371600"/>
          </a:xfrm>
          <a:prstGeom prst="rect">
            <a:avLst/>
          </a:prstGeom>
          <a:solidFill>
            <a:srgbClr val="5B6AFF">
              <a:alpha val="6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3101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7512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" y="3858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systems, analytics dashboards, and real-time operational data pipelines for faster decision-making.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200400"/>
            <a:ext cx="256032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200400"/>
            <a:ext cx="36576" cy="1371600"/>
          </a:xfrm>
          <a:prstGeom prst="rect">
            <a:avLst/>
          </a:prstGeom>
          <a:solidFill>
            <a:srgbClr val="5B6AFF">
              <a:alpha val="6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33101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02152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Systems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02152" y="3858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internal tools, admin systems, and operational software built for how your team actually works.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/  PRODUCT ECOSYSTEM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products. One operating system.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1554480" cy="36576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502920" cy="411480"/>
          </a:xfrm>
          <a:prstGeom prst="ellipse">
            <a:avLst/>
          </a:prstGeom>
          <a:solidFill>
            <a:srgbClr val="5B6AFF">
              <a:alpha val="18000"/>
            </a:srgbClr>
          </a:solidFill>
          <a:ln w="12700">
            <a:solidFill>
              <a:srgbClr val="5B6A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 PLATFORM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relationships. Own your pipeline.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4028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1600200"/>
            <a:ext cx="15544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783080"/>
            <a:ext cx="502920" cy="41148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 OS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33172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business, running itself.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97764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1600200"/>
            <a:ext cx="1554480" cy="36576"/>
          </a:xfrm>
          <a:prstGeom prst="rect">
            <a:avLst/>
          </a:prstGeom>
          <a:solidFill>
            <a:srgbClr val="FBB324"/>
          </a:solidFill>
          <a:ln w="12700">
            <a:solidFill>
              <a:srgbClr val="FBB32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783080"/>
            <a:ext cx="502920" cy="411480"/>
          </a:xfrm>
          <a:prstGeom prst="ellipse">
            <a:avLst/>
          </a:prstGeom>
          <a:solidFill>
            <a:srgbClr val="FBB324">
              <a:alpha val="18000"/>
            </a:srgbClr>
          </a:solidFill>
          <a:ln w="12700">
            <a:solidFill>
              <a:srgbClr val="FBB324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367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6908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Flow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FBB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BUILDER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06908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process. Mapped. Running.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1500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1600200"/>
            <a:ext cx="155448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1783080"/>
            <a:ext cx="502920" cy="41148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0644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0644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0644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your business in real time.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52360" y="1600200"/>
            <a:ext cx="1554480" cy="2697480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1600200"/>
            <a:ext cx="1554480" cy="36576"/>
          </a:xfrm>
          <a:prstGeom prst="rect">
            <a:avLst/>
          </a:prstGeom>
          <a:solidFill>
            <a:srgbClr val="9898A8"/>
          </a:solidFill>
          <a:ln w="12700">
            <a:solidFill>
              <a:srgbClr val="9898A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1783080"/>
            <a:ext cx="502920" cy="411480"/>
          </a:xfrm>
          <a:prstGeom prst="ellipse">
            <a:avLst/>
          </a:prstGeom>
          <a:solidFill>
            <a:srgbClr val="9898A8">
              <a:alpha val="18000"/>
            </a:srgbClr>
          </a:solidFill>
          <a:ln w="12700">
            <a:solidFill>
              <a:srgbClr val="9898A8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08392" y="1801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43800" y="2651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PORTAL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543800" y="29260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face of your operations.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3931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/  SELECTED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Results, not promises.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260604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2606040" cy="36576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operations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6334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6 manual processes with a single AI-orchestrated system. From order intake to fulfillment tracking.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" y="3520440"/>
            <a:ext cx="2286000" cy="777240"/>
          </a:xfrm>
          <a:prstGeom prst="rect">
            <a:avLst/>
          </a:prstGeom>
          <a:solidFill>
            <a:srgbClr val="050507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→ 11min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952" y="39776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 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600200"/>
            <a:ext cx="260604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600200"/>
            <a:ext cx="26060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02152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sales pipeline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02152" y="26334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legacy CRM with intelligent pipeline. AI relationship scoring, deal probability modeling, next-action recommendations.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02152" y="3520440"/>
            <a:ext cx="2286000" cy="777240"/>
          </a:xfrm>
          <a:prstGeom prst="rect">
            <a:avLst/>
          </a:prstGeom>
          <a:solidFill>
            <a:srgbClr val="050507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−34%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93592" y="39776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 length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1600200"/>
            <a:ext cx="260604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600200"/>
            <a:ext cx="260604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HEALTHCARE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36792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operations intelligence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36792" y="263347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capacity, staffing, and patient flow visibility for a multi-location network. Eliminated the 3-hour reporting lag.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36792" y="3520440"/>
            <a:ext cx="2286000" cy="777240"/>
          </a:xfrm>
          <a:prstGeom prst="rect">
            <a:avLst/>
          </a:prstGeom>
          <a:solidFill>
            <a:srgbClr val="050507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28232" y="39776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latency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  HOW WE OPERATE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system, not a project.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3246120"/>
            <a:ext cx="5943600" cy="0"/>
          </a:xfrm>
          <a:prstGeom prst="line">
            <a:avLst/>
          </a:prstGeom>
          <a:noFill/>
          <a:ln w="8890">
            <a:solidFill>
              <a:srgbClr val="5B6AFF">
                <a:alpha val="40000"/>
              </a:srgbClr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1097280" y="2926080"/>
            <a:ext cx="640080" cy="640080"/>
          </a:xfrm>
          <a:prstGeom prst="ellipse">
            <a:avLst/>
          </a:prstGeom>
          <a:solidFill>
            <a:srgbClr val="5B6AFF"/>
          </a:solidFill>
          <a:ln w="12700">
            <a:solidFill>
              <a:srgbClr val="5B6A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9535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 your existing systems, map the operational gaps, and understand the logic of your business before proposing anything.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 your existing systems, map the operational gaps, and understand the logic of your business before proposing anything.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926080"/>
            <a:ext cx="640080" cy="640080"/>
          </a:xfrm>
          <a:prstGeom prst="ellipse">
            <a:avLst/>
          </a:prstGeom>
          <a:solidFill>
            <a:srgbClr val="5B6AFF">
              <a:alpha val="30000"/>
            </a:srgbClr>
          </a:solidFill>
          <a:ln w="12700">
            <a:solidFill>
              <a:srgbClr val="5B6A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9535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the full system blueprint — data flows, integrations, automation logic, and the complete technical stack.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176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the full system blueprint — data flows, integrations, automation logic, and the complete technical stack.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2926080"/>
            <a:ext cx="640080" cy="640080"/>
          </a:xfrm>
          <a:prstGeom prst="ellipse">
            <a:avLst/>
          </a:prstGeom>
          <a:solidFill>
            <a:srgbClr val="5B6AFF">
              <a:alpha val="30000"/>
            </a:srgbClr>
          </a:solidFill>
          <a:ln w="12700">
            <a:solidFill>
              <a:srgbClr val="5B6A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9535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with precision — AI systems, automation pipelines, interfaces, and integrations. Tested to production standards.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with precision — AI systems, automation pipelines, interfaces, and integrations. Tested to production standards.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43800" y="2926080"/>
            <a:ext cx="640080" cy="640080"/>
          </a:xfrm>
          <a:prstGeom prst="ellipse">
            <a:avLst/>
          </a:prstGeom>
          <a:solidFill>
            <a:srgbClr val="5B6AFF">
              <a:alpha val="30000"/>
            </a:srgbClr>
          </a:solidFill>
          <a:ln w="12700">
            <a:solidFill>
              <a:srgbClr val="5B6A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29535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41148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deploy, monitor, and iterate. Your system stays alive, evolving as your business scales and needs change.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1600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deploy, monitor, and iterate. Your system stays alive, evolving as your business scales and needs change.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/  TECHLAB STORE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Premium digital assets,</a:t>
            </a:r>
            <a:endParaRPr lang="en-US" sz="2800" dirty="0"/>
          </a:p>
          <a:p>
            <a:pPr indent="0" marL="0">
              <a:buNone/>
            </a:pPr>
            <a:r>
              <a:rPr lang="en-US" sz="2800" spc="-100" kern="0" dirty="0">
                <a:solidFill>
                  <a:srgbClr val="A8B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engineered and packaged.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0" y="7772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777240"/>
            <a:ext cx="1737360" cy="27432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11704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$149–$349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49440" y="7772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777240"/>
            <a:ext cx="1737360" cy="274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1704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$99–$299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6916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691640"/>
            <a:ext cx="173736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Packs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0848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$49–$199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16916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691640"/>
            <a:ext cx="1737360" cy="27432"/>
          </a:xfrm>
          <a:prstGeom prst="rect">
            <a:avLst/>
          </a:prstGeom>
          <a:solidFill>
            <a:srgbClr val="FBB324"/>
          </a:solidFill>
          <a:ln w="12700">
            <a:solidFill>
              <a:srgbClr val="FBB32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Systems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40880" y="20848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$29–$97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26060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2606040"/>
            <a:ext cx="1737360" cy="27432"/>
          </a:xfrm>
          <a:prstGeom prst="rect">
            <a:avLst/>
          </a:prstGeom>
          <a:solidFill>
            <a:srgbClr val="9898A8"/>
          </a:solidFill>
          <a:ln w="12700">
            <a:solidFill>
              <a:srgbClr val="9898A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Systems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9992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$19–$79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49440" y="2606040"/>
            <a:ext cx="1737360" cy="713232"/>
          </a:xfrm>
          <a:prstGeom prst="rect">
            <a:avLst/>
          </a:prstGeom>
          <a:solidFill>
            <a:srgbClr val="111118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2606040"/>
            <a:ext cx="1737360" cy="27432"/>
          </a:xfrm>
          <a:prstGeom prst="rect">
            <a:avLst/>
          </a:prstGeom>
          <a:solidFill>
            <a:srgbClr val="A8B4FF"/>
          </a:solidFill>
          <a:ln w="12700">
            <a:solidFill>
              <a:srgbClr val="A8B4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Systems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9992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$29–$99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2194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is not a marketplace. It's a curated collection of premium operational assets — built to the same standard as our client work.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store.techlab.io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/  90-DAY LAUNCH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Foundation. Launch. Build.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265176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2651760" cy="36576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512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" y="2331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1–30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7512" y="2587752"/>
            <a:ext cx="2322576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807208"/>
            <a:ext cx="73152" cy="73152"/>
          </a:xfrm>
          <a:prstGeom prst="ellipse">
            <a:avLst/>
          </a:prstGeom>
          <a:solidFill>
            <a:srgbClr val="5B6AFF">
              <a:alpha val="7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visual identity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73152" cy="73152"/>
          </a:xfrm>
          <a:prstGeom prst="ellipse">
            <a:avLst/>
          </a:prstGeom>
          <a:solidFill>
            <a:srgbClr val="5B6AFF">
              <a:alpha val="7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designed &amp; in-build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" y="3465576"/>
            <a:ext cx="73152" cy="73152"/>
          </a:xfrm>
          <a:prstGeom prst="ellipse">
            <a:avLst/>
          </a:prstGeom>
          <a:solidFill>
            <a:srgbClr val="5B6AFF">
              <a:alpha val="7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email infrastructure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" y="3794760"/>
            <a:ext cx="73152" cy="73152"/>
          </a:xfrm>
          <a:prstGeom prst="ellipse">
            <a:avLst/>
          </a:prstGeom>
          <a:solidFill>
            <a:srgbClr val="5B6AFF">
              <a:alpha val="7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established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" y="4251960"/>
            <a:ext cx="2286000" cy="256032"/>
          </a:xfrm>
          <a:prstGeom prst="rect">
            <a:avLst/>
          </a:prstGeom>
          <a:solidFill>
            <a:srgbClr val="5B6AFF">
              <a:alpha val="15000"/>
            </a:srgbClr>
          </a:solidFill>
          <a:ln w="12700">
            <a:solidFill>
              <a:srgbClr val="5B6A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270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KPI: Brand complete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1600200"/>
            <a:ext cx="265176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1600200"/>
            <a:ext cx="265176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47872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547872" y="2331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31–60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47872" y="2587752"/>
            <a:ext cx="2322576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47872" y="2807208"/>
            <a:ext cx="73152" cy="73152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goes live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47872" y="3136392"/>
            <a:ext cx="73152" cy="73152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account launched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47872" y="3465576"/>
            <a:ext cx="73152" cy="73152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case studies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47872" y="3794760"/>
            <a:ext cx="73152" cy="73152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client conversations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47872" y="4251960"/>
            <a:ext cx="2286000" cy="256032"/>
          </a:xfrm>
          <a:prstGeom prst="rect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270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KPI: Website + social live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1600200"/>
            <a:ext cx="265176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1600200"/>
            <a:ext cx="265176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28232" y="1975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28232" y="2331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61–90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28232" y="2587752"/>
            <a:ext cx="2322576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28232" y="2807208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projects delivered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28232" y="3136392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30723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launches (5 products)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28232" y="3465576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CRM MVP started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28232" y="3794760"/>
            <a:ext cx="73152" cy="73152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OS internal alpha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28232" y="4251960"/>
            <a:ext cx="2286000" cy="256032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9672" y="4270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KPI: $10k–$20k revenue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4572000"/>
          </a:xfrm>
          <a:prstGeom prst="ellipse">
            <a:avLst/>
          </a:prstGeom>
          <a:solidFill>
            <a:srgbClr val="5B6AFF">
              <a:alpha val="6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502920"/>
            <a:ext cx="164592" cy="164592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25112" y="502920"/>
            <a:ext cx="164592" cy="164592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713232"/>
            <a:ext cx="164592" cy="164592"/>
          </a:xfrm>
          <a:prstGeom prst="rect">
            <a:avLst/>
          </a:prstGeom>
          <a:solidFill>
            <a:srgbClr val="5B6AFF">
              <a:alpha val="50000"/>
            </a:srgbClr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25112" y="713232"/>
            <a:ext cx="164592" cy="164592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058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spc="-15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business deserves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spc="-150" kern="0" dirty="0">
                <a:solidFill>
                  <a:srgbClr val="A8B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better infrastructure.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82880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8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map your systems, identify the gaps, and engineer the architecture that puts you ahead.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3840480"/>
            <a:ext cx="2743200" cy="457200"/>
          </a:xfrm>
          <a:prstGeom prst="rect">
            <a:avLst/>
          </a:prstGeom>
          <a:solidFill>
            <a:srgbClr val="5B6AFF"/>
          </a:solidFill>
          <a:ln w="12700">
            <a:solidFill>
              <a:srgbClr val="5B6A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systems audit 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754880"/>
            <a:ext cx="81381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80060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4A4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techlab.io  ·  hello@techlab.io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TechLab — Digital Systems Company</dc:title>
  <dc:subject>PptxGenJS Presentation</dc:subject>
  <dc:creator>PptxGenJS</dc:creator>
  <cp:lastModifiedBy>PptxGenJS</cp:lastModifiedBy>
  <cp:revision>1</cp:revision>
  <dcterms:created xsi:type="dcterms:W3CDTF">2026-05-29T07:45:19Z</dcterms:created>
  <dcterms:modified xsi:type="dcterms:W3CDTF">2026-05-29T07:45:19Z</dcterms:modified>
</cp:coreProperties>
</file>