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80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24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124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457200"/>
            <a:ext cx="4572000" cy="3657600"/>
          </a:xfrm>
          <a:prstGeom prst="ellipse">
            <a:avLst/>
          </a:prstGeom>
          <a:solidFill>
            <a:srgbClr val="5B6AFF">
              <a:alpha val="6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" y="411480"/>
            <a:ext cx="146304" cy="146304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603504"/>
            <a:ext cx="146304" cy="146304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4944" y="603504"/>
            <a:ext cx="146304" cy="146304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" y="347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2920" y="10058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-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sistema operativo</a:t>
            </a:r>
            <a:endParaRPr lang="en-US" sz="5200" dirty="0"/>
          </a:p>
          <a:p>
            <a:pPr indent="0" marL="0">
              <a:buNone/>
            </a:pPr>
            <a:r>
              <a:rPr lang="en-US" sz="5200" spc="-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el negocio</a:t>
            </a:r>
            <a:endParaRPr lang="en-US" sz="5200" dirty="0"/>
          </a:p>
          <a:p>
            <a:pPr indent="0" marL="0">
              <a:buNone/>
            </a:pPr>
            <a:r>
              <a:rPr lang="en-US" sz="5200" spc="-20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moderno.</a:t>
            </a:r>
            <a:endParaRPr lang="en-US" sz="5200" dirty="0"/>
          </a:p>
        </p:txBody>
      </p:sp>
      <p:sp>
        <p:nvSpPr>
          <p:cNvPr id="69" name="Text 67"/>
          <p:cNvSpPr/>
          <p:nvPr/>
        </p:nvSpPr>
        <p:spPr>
          <a:xfrm>
            <a:off x="502920" y="4160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Empresa de Sistemas Digitales  ·  IA · Automatización · Infraestructura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470916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773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CONFIDENCIAL  ·  2026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85800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techlab.io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EL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mayoría de las empresas</a:t>
            </a:r>
            <a:endParaRPr lang="en-US" sz="3800" dirty="0"/>
          </a:p>
          <a:p>
            <a:pPr indent="0" marL="0">
              <a:buNone/>
            </a:pPr>
            <a:r>
              <a:rPr lang="en-US" sz="3800" spc="-100" kern="0" dirty="0">
                <a:solidFill>
                  <a:srgbClr val="5B6A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siguen operando manualmente.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31720"/>
            <a:ext cx="2377440" cy="2743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heredada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del software empresarial fue construido para como operaban las empresas en los años 90 — hojas de cálculo, hilos de email, traspasos manuales, decisiones reactivas.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377440" cy="2743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IA, adopción cero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ha cambiado lo que es posible. Pero la mayoría de las empresas no tienen la infraestructura para capturar ese potencial. Siguen operando en la oscuridad.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2377440" cy="2743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es operacional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que ganen en la próxima década no son las que tienen la mejor IA. Son las que tienen sus operaciones construidas para ejecutarla.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QUÉ ES TECHLAB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Diseñamos la</a:t>
            </a:r>
            <a:endParaRPr lang="en-US" sz="3200" dirty="0"/>
          </a:p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 de infraestructura.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es una empresa de sistemas digitales — construimos sistemas de IA, infraestructura de automatización y plataformas digitales para empresas que operan a un estándar diferente.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CONSTRUIMOS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37760" y="105156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4064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y flujos inteligentes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4064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automatización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05740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digitales y dashboards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56032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CRM e inteligencia empresarial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06324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internas y software operacional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ESTO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Una agencia de diseño web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Una empresa de chatbots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Una empresa de marketing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640080"/>
            <a:ext cx="0" cy="420624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EL ECOSISTEMA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empresa. Cuatro divisiones.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96596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 PARA CLIENTES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premium con clientes — sistemas de IA, automatización, plataformas digitales, dashboards e infraestructura empresarial.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600200"/>
            <a:ext cx="19659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I+D EXPERIMENTAL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1635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Lab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UI futuristas, experimentos de IA, exploraciones visuales y sistemas de interfaces de próxima generación.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600200"/>
            <a:ext cx="196596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MERCADO DIGITAL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519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Store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digitales premium — sistemas web, kits de dashboard, packs de automatización, sistemas Notion y herramientas de 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600200"/>
            <a:ext cx="1965960" cy="36576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ECOSISTEMA SAAS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1403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Products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software products — Orbit CRM, Nexus OS, Atlas Flow, Pulse, and Meridian. Built para el negocio businesses.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STUDIO — SERVICIOS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Qué construimos para clientes.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36576" cy="1371600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 inteligentes, lógica empresarial nativa de IA e integraciones de machine learning integradas en tu infraestructura operacional.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002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15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Digitales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web personalizadas, portales de clientes, dashboards operacionales y aplicaciones críticas para el negocio diseñadas para escalar.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002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3679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Automatización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 de extremo a extremo — desde la entrada hasta la entrega. Cero pasos manuales donde más importa.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310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Empresarial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3858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CRM, dashboards de analítica y pipelines de datos operacionales en tiempo real para una toma de decisiones más rápida.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004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310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2152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Internos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02152" y="3858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internas personalizadas, sistemas de administración y software operacional construido para como trabaja realmente tu equipo.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ECOSISTEMA DE PRODUCTOS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Cinco productos. Un sistema operativo.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55448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502920" cy="411480"/>
          </a:xfrm>
          <a:prstGeom prst="ellipse">
            <a:avLst/>
          </a:prstGeom>
          <a:solidFill>
            <a:srgbClr val="5B6AFF">
              <a:alpha val="18000"/>
            </a:srgbClr>
          </a:solidFill>
          <a:ln w="12700">
            <a:solidFill>
              <a:srgbClr val="5B6A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 CRM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tus relaciones. Dueño de tu pipeline.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028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1600200"/>
            <a:ext cx="15544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783080"/>
            <a:ext cx="502920" cy="4114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DE AUTOMATIZACIÓN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3172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negocio, funcionando solo.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7764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1600200"/>
            <a:ext cx="1554480" cy="36576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783080"/>
            <a:ext cx="502920" cy="411480"/>
          </a:xfrm>
          <a:prstGeom prst="ellipse">
            <a:avLst/>
          </a:prstGeom>
          <a:solidFill>
            <a:srgbClr val="FBB324">
              <a:alpha val="18000"/>
            </a:srgbClr>
          </a:solidFill>
          <a:ln w="12700">
            <a:solidFill>
              <a:srgbClr val="FBB324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DE FLUJOS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6908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proceso. Mapeado. Funcionando.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1600200"/>
            <a:ext cx="15544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783080"/>
            <a:ext cx="502920" cy="41148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0644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0644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Siente tu negocio en tiempo real.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5236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600200"/>
            <a:ext cx="1554480" cy="36576"/>
          </a:xfrm>
          <a:prstGeom prst="rect">
            <a:avLst/>
          </a:prstGeom>
          <a:solidFill>
            <a:srgbClr val="9898A8"/>
          </a:solidFill>
          <a:ln w="12700">
            <a:solidFill>
              <a:srgbClr val="9898A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1783080"/>
            <a:ext cx="502920" cy="411480"/>
          </a:xfrm>
          <a:prstGeom prst="ellipse">
            <a:avLst/>
          </a:prstGeom>
          <a:solidFill>
            <a:srgbClr val="9898A8">
              <a:alpha val="18000"/>
            </a:srgbClr>
          </a:solidFill>
          <a:ln w="12700">
            <a:solidFill>
              <a:srgbClr val="9898A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0839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CLIENTES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54380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cara profesional de tus operaciones.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TRABAJO SELECCIONADO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Resultados, no promesas.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60604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LOGÍSTICA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operations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6 procesos manuales con un solo sistema orquestado por IA. Desde la recepción de pedidos hasta el seguimiento de entrega.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→ 11min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procesamiento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600200"/>
            <a:ext cx="2606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0215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ventas nativo de 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CRM heredado con pipeline inteligente. Puntuación de relaciones con IA, modelado de probabilidad de deals, recomendaciones de próxima acción.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0215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9359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ciclo de ventas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00200"/>
            <a:ext cx="26060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3679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operacional en tiempo real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679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capacidad, personal y flujo de pacientes en vivo para una red multi-sede. Se eliminó el rezago de reporte de 3 horas.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679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2823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decisión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CÓMO OPERAMOS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sistema, no un proyecto.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246120"/>
            <a:ext cx="5943600" cy="0"/>
          </a:xfrm>
          <a:prstGeom prst="line">
            <a:avLst/>
          </a:prstGeom>
          <a:noFill/>
          <a:ln w="8890">
            <a:solidFill>
              <a:srgbClr val="5B6AFF">
                <a:alpha val="40000"/>
              </a:srgbClr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1097280" y="2926080"/>
            <a:ext cx="640080" cy="640080"/>
          </a:xfrm>
          <a:prstGeom prst="ellipse">
            <a:avLst/>
          </a:prstGeom>
          <a:solidFill>
            <a:srgbClr val="5B6AFF"/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Auditamos tus sistemas existentes, mapeamos las brechas operacionales y entendemos la lógica de tu negocio antes de proponer nada.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DESCUBRIMIENTO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Auditamos tus sistemas existentes, mapeamos las brechas operacionales y entendemos la lógica de tu negocio antes de proponer nada.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el blueprint completo del sistema — flujos de datos, integraciones, lógica de automatización y el stack técnico completo.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el blueprint completo del sistema — flujos de datos, integraciones, lógica de automatización y el stack técnico completo.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con precisión — sistemas de IA, pipelines de automatización, interfaces e integraciones. Probados a estándares de producción.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con precisión — sistemas de IA, pipelines de automatización, interfaces e integraciones. Probados a estándares de producción.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Desplegamos, monitoreamos e iteramos. Tu sistema se mantiene vivo, evolucionando mientras tu negocio escala y las necesidades cambian.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DESPLIEGUE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Desplegamos, monitoreamos e iteramos. Tu sistema se mantiene vivo, evolucionando mientras tu negocio escala y las necesidades cambian.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  TIENDA TECHLAB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Activos digitales premium,</a:t>
            </a:r>
            <a:endParaRPr lang="en-US" sz="2800" dirty="0"/>
          </a:p>
          <a:p>
            <a:pPr indent="0" marL="0">
              <a:buNone/>
            </a:pPr>
            <a:r>
              <a:rPr lang="en-US" sz="2800" spc="-10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diseñados y empaquetados.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7772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777240"/>
            <a:ext cx="1737360" cy="2743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170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$149–$349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0" y="7772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777240"/>
            <a:ext cx="173736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de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170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$99–$299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6916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691640"/>
            <a:ext cx="173736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Automatización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$49–$199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691640"/>
            <a:ext cx="1737360" cy="27432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Notion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$29–$97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6060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606040"/>
            <a:ext cx="1737360" cy="27432"/>
          </a:xfrm>
          <a:prstGeom prst="rect">
            <a:avLst/>
          </a:prstGeom>
          <a:solidFill>
            <a:srgbClr val="9898A8"/>
          </a:solidFill>
          <a:ln w="12700">
            <a:solidFill>
              <a:srgbClr val="9898A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Propuesta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$19–$79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6060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06040"/>
            <a:ext cx="1737360" cy="27432"/>
          </a:xfrm>
          <a:prstGeom prst="rect">
            <a:avLst/>
          </a:prstGeom>
          <a:solidFill>
            <a:srgbClr val="A8B4FF"/>
          </a:solidFill>
          <a:ln w="12700">
            <a:solidFill>
              <a:srgbClr val="A8B4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Prompts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$29–$99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194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no es un marketplace. Es una colección curada de activos operacionales premium — construidos al mismo estándar que nuestro trabajo con clientes.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store.techlab.io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  HOJA DE RUTA DE LANZAMIENTO 90 DÍAS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Fundación. Lanzamiento. Construcción.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65176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Días 1–30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807208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identidad visual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diseñada y en construcción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3465576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+ infraestructura de 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3794760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 establecido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" y="4251960"/>
            <a:ext cx="2286000" cy="256032"/>
          </a:xfrm>
          <a:prstGeom prst="rect">
            <a:avLst/>
          </a:prstGeom>
          <a:solidFill>
            <a:srgbClr val="5B6AFF">
              <a:alpha val="15000"/>
            </a:srgbClr>
          </a:solidFill>
          <a:ln w="12700">
            <a:solidFill>
              <a:srgbClr val="5B6A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Brand complete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600200"/>
            <a:ext cx="265176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4787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Lanzamiento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4787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Días 31–60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787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47872" y="2807208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sale en vivo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47872" y="3136392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Instagram lanzada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47872" y="3465576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3 casos de estudio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47872" y="3794760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conversaciones con clientes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47872" y="4251960"/>
            <a:ext cx="2286000" cy="256032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Website + social live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600200"/>
            <a:ext cx="26517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2823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Construcción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2823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Días 61–90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2823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8232" y="2807208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2 proyectos entregados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28232" y="3136392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lanzada (5 productos)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28232" y="3465576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 Orbit CRM iniciado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28232" y="3794760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interno de Nexus OS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28232" y="4251960"/>
            <a:ext cx="2286000" cy="256032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$10k–$20k revenue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5B6AFF">
              <a:alpha val="6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502920"/>
            <a:ext cx="164592" cy="16459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25112" y="502920"/>
            <a:ext cx="164592" cy="16459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713232"/>
            <a:ext cx="164592" cy="16459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25112" y="713232"/>
            <a:ext cx="164592" cy="16459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058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-15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 empresa merece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spc="-15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mejor infraestructura.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Mapeemos tus sistemas, identifiquemos las brechas y diseñemos la arquitectura que te pone adelante.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una auditoría de sistemas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0060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techlab.io  ·  hola@techlab.io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TechLab — Empresa de Sistemas Digitales</dc:title>
  <dc:subject>PptxGenJS Presentation</dc:subject>
  <dc:creator>PptxGenJS</dc:creator>
  <cp:lastModifiedBy>PptxGenJS</cp:lastModifiedBy>
  <cp:revision>1</cp:revision>
  <dcterms:created xsi:type="dcterms:W3CDTF">2026-05-29T12:43:22Z</dcterms:created>
  <dcterms:modified xsi:type="dcterms:W3CDTF">2026-05-29T12:43:22Z</dcterms:modified>
</cp:coreProperties>
</file>